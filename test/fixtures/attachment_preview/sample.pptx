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中文预览 Chinese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第一页 First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 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